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0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554480"/>
            <a:ext cx="4389120" cy="4389120"/>
          </a:xfrm>
          <a:prstGeom prst="ellipse">
            <a:avLst/>
          </a:prstGeom>
          <a:solidFill>
            <a:srgbClr val="990011">
              <a:alpha val="5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749040"/>
            <a:ext cx="3291840" cy="3291840"/>
          </a:xfrm>
          <a:prstGeom prst="ellipse">
            <a:avLst/>
          </a:prstGeom>
          <a:solidFill>
            <a:srgbClr val="990011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· BONNET ROUGE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Perfect Store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Mieux exécuter en magasin, et le mesurer.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8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équipe marketing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quoi un « Perfect Store » 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point de vente où notre exécution est irréprochable — sur 3 choses simples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7919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27632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09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3232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2651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produits sont là, en quantité suffisante — pas juste une unité sur l'étagère.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36976" y="1371600"/>
            <a:ext cx="267919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93008" y="1627632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609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93008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93008" y="2651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Affiches, présentoirs, PLV en place selon le standard du magasin.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16752" y="1371600"/>
            <a:ext cx="267919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72784" y="1627632"/>
            <a:ext cx="548640" cy="54864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6" name="Text 14"/>
          <p:cNvSpPr/>
          <p:nvPr/>
        </p:nvSpPr>
        <p:spPr>
          <a:xfrm>
            <a:off x="6272784" y="1609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72784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72784" y="2651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promo du moment est bien appliquée dans le point de vente.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8229600" cy="1051560"/>
          </a:xfrm>
          <a:prstGeom prst="roundRect">
            <a:avLst>
              <a:gd name="adj" fmla="val 6087"/>
            </a:avLst>
          </a:prstGeom>
          <a:solidFill>
            <a:srgbClr val="FCF6F5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76732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chaque magasin reçoit une note après chaque visite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se classe sur 4 niveaux —  🏆 FLAGSHIP   ·   VIP   ·   CORE   ·   BASIC.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ça marche, en 3 temps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terrain au tableau de bord — sans ressaisie, sans calcul manuel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79192" cy="306324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91640"/>
            <a:ext cx="512064" cy="51206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73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2331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merchandiser visite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13232" y="2880360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passe en magasin et remonte tout depuis son téléphone : produits, prix, visibilité, concurrence, photos.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36976" y="1417320"/>
            <a:ext cx="2679192" cy="306324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93008" y="1691640"/>
            <a:ext cx="512064" cy="51206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673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93008" y="2331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note toute seule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493008" y="2880360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la visite enregistrée, l'application calcule la note et le niveau du magasin. Zéro calcul manuel.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16752" y="1417320"/>
            <a:ext cx="2679192" cy="306324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72784" y="1691640"/>
            <a:ext cx="512064" cy="512064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6" name="Text 14"/>
          <p:cNvSpPr/>
          <p:nvPr/>
        </p:nvSpPr>
        <p:spPr>
          <a:xfrm>
            <a:off x="6272784" y="1673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72784" y="2331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pilotez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272784" y="2880360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voyez en direct les magasins parfaits, les points faibles et la performance des équipes.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054096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➜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833872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➜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le terrain : une seule appli mobile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merchandiser fait tout depuis son téléphone — même sans réseau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417320"/>
          </a:xfrm>
          <a:prstGeom prst="roundRect">
            <a:avLst>
              <a:gd name="adj" fmla="val 4516"/>
            </a:avLst>
          </a:prstGeom>
          <a:solidFill>
            <a:srgbClr val="FCF6F5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636776"/>
            <a:ext cx="384048" cy="38404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618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Quantités &amp; prix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34440" y="198424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chaque produit en rayon, prix respectés ou non.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023360" cy="1417320"/>
          </a:xfrm>
          <a:prstGeom prst="roundRect">
            <a:avLst>
              <a:gd name="adj" fmla="val 4516"/>
            </a:avLst>
          </a:prstGeom>
          <a:solidFill>
            <a:srgbClr val="FCF6F5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82896" y="1636776"/>
            <a:ext cx="384048" cy="38404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4882896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40680" y="1618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&amp; concurrence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40680" y="198424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PLV en place, présence des marques concurrentes.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457200" y="2990088"/>
            <a:ext cx="4023360" cy="1417320"/>
          </a:xfrm>
          <a:prstGeom prst="roundRect">
            <a:avLst>
              <a:gd name="adj" fmla="val 4516"/>
            </a:avLst>
          </a:prstGeom>
          <a:solidFill>
            <a:srgbClr val="FCF6F5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6656" y="3209544"/>
            <a:ext cx="384048" cy="38404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1912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&amp; GPS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34440" y="355701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photo, position vérifiée (le merchandiser est bien dans le magasin).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4663440" y="2990088"/>
            <a:ext cx="4023360" cy="1417320"/>
          </a:xfrm>
          <a:prstGeom prst="roundRect">
            <a:avLst>
              <a:gd name="adj" fmla="val 4516"/>
            </a:avLst>
          </a:prstGeom>
          <a:solidFill>
            <a:srgbClr val="FCF6F5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82896" y="3209544"/>
            <a:ext cx="384048" cy="38404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1" name="Text 19"/>
          <p:cNvSpPr/>
          <p:nvPr/>
        </p:nvSpPr>
        <p:spPr>
          <a:xfrm>
            <a:off x="4882896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40680" y="31912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Hors-ligne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440680" y="355701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sans connexion ; tout se synchronise au retour du réseau.</a:t>
            </a:r>
            <a:endParaRPr lang="en-US" sz="11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vous pilotez côté bureau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tableaux de bord clairs, orientés décision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5488" y="1417320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magasins parfaits — </a:t>
            </a:r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photo du réseau en un chiffre, suivie dans le temps.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681728" y="1417320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4681728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0" y="13716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distributeur &amp; territoire — </a:t>
            </a:r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ça marche, où ça coince — pour cibler les actions.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475488" y="2468880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231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&amp; faiblesses — </a:t>
            </a:r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Disponibilité, visibilité, promo : quel pilier tire la note vers le bas.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4681728" y="2468880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4681728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20640" y="24231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des magasins — </a:t>
            </a:r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est FLAGSHIP, qui reste BASIC — et pourquoi.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475488" y="3520440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3502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34747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équipes terrain — </a:t>
            </a:r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Tournées, visites réalisées, couverture du réseau.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4681728" y="3520440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4681728" y="3502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20640" y="34747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Réglages sans développeur — </a:t>
            </a:r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ajustez les standards et seuils vous-mêmes.</a:t>
            </a:r>
            <a:endParaRPr lang="en-US" sz="11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est déjà en place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nécessaire du fichier BIG FIVE est intégré et opérationnel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EFF6F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563624"/>
            <a:ext cx="365760" cy="36576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545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réseau chargé  —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territoires, les distributeurs et leur affectation, tous les types de magasins.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EFF6F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2404872"/>
            <a:ext cx="365760" cy="36576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25856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standards du fichier  —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Quantités minimales, assortiment et visibilité par type de magasin.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054096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EFF6F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3246120"/>
            <a:ext cx="365760" cy="36576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09981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calcul automatique  —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et niveau attribués à chaque visite, historique recalculé.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895344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EFF6F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4087368"/>
            <a:ext cx="365760" cy="36576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3941064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 terrain + les dashboards  —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mobile hors-ligne et écrans de pilotage côté bureau.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qu'on attend de vous : 3 réponses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est presque complet — il manque juste ces 3 précisions pour finaliser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32688"/>
          </a:xfrm>
          <a:prstGeom prst="roundRect">
            <a:avLst>
              <a:gd name="adj" fmla="val 5882"/>
            </a:avLst>
          </a:prstGeom>
          <a:solidFill>
            <a:srgbClr val="FDF3E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45920"/>
            <a:ext cx="402336" cy="40233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472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en supermarché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773936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produits ajoutés (397 R, BRB 1Kg) sans quantité minimale. À compléter, ou confirmer qu'on garde 2 produits (BR 1Kg + Pearl 1kg).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32304"/>
            <a:ext cx="8229600" cy="932688"/>
          </a:xfrm>
          <a:prstGeom prst="roundRect">
            <a:avLst>
              <a:gd name="adj" fmla="val 5882"/>
            </a:avLst>
          </a:prstGeom>
          <a:solidFill>
            <a:srgbClr val="FDF3E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706624"/>
            <a:ext cx="402336" cy="40233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688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532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Classer les supermarchés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834640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les standards Grand / Moyen / Petit supermarché, mais pas la règle pour ranger chaque enseigne dans la bonne catégorie.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93008"/>
            <a:ext cx="8229600" cy="932688"/>
          </a:xfrm>
          <a:prstGeom prst="roundRect">
            <a:avLst>
              <a:gd name="adj" fmla="val 5882"/>
            </a:avLst>
          </a:prstGeom>
          <a:solidFill>
            <a:srgbClr val="FDF3E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767328"/>
            <a:ext cx="402336" cy="40233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5935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territoires sans distributeur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895344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Adzope et Agboville n'ont pas de distributeur dans le fichier (la case répète le nom du territoire). Lequel les sert ?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B0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3383280"/>
            <a:ext cx="3840480" cy="3840480"/>
          </a:xfrm>
          <a:prstGeom prst="ellipse">
            <a:avLst/>
          </a:prstGeom>
          <a:solidFill>
            <a:srgbClr val="990011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prêt et opérationnel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Store tourne : collecte terrain, notation automatique, tableaux de bord. Le réseau et les standards sont chargés.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0545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4688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3 réponses  —  </a:t>
            </a:r>
            <a:pPr indent="0" marL="0">
              <a:buNone/>
            </a:pPr>
            <a:r>
              <a:rPr lang="en-US" sz="1250" dirty="0">
                <a:solidFill>
                  <a:srgbClr val="E8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supermarché · classement des supermarchés · distributeurs Adzope &amp; Agboville.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16382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31272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finalise  —  </a:t>
            </a:r>
            <a:pPr indent="0" marL="0">
              <a:buNone/>
            </a:pPr>
            <a:r>
              <a:rPr lang="en-US" sz="1250" dirty="0">
                <a:solidFill>
                  <a:srgbClr val="E8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réception, on intègre et le dernier morceau (supermarchés) s'active.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8221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37856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pilotez  —  </a:t>
            </a:r>
            <a:pPr indent="0" marL="0">
              <a:buNone/>
            </a:pPr>
            <a:r>
              <a:rPr lang="en-US" sz="1250" dirty="0">
                <a:solidFill>
                  <a:srgbClr val="E8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réseau se suit au quotidien, magasin par magasin.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Perfect Store — présentation</dc:title>
  <dc:subject>PptxGenJS Presentation</dc:subject>
  <dc:creator>Friesland / Big Five</dc:creator>
  <cp:lastModifiedBy>Friesland / Big Five</cp:lastModifiedBy>
  <cp:revision>1</cp:revision>
  <dcterms:created xsi:type="dcterms:W3CDTF">2026-07-09T20:28:24Z</dcterms:created>
  <dcterms:modified xsi:type="dcterms:W3CDTF">2026-07-09T20:28:24Z</dcterms:modified>
</cp:coreProperties>
</file>