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FRIESLAND BONNET ROUGE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terrain &amp; pilotage commercial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des fonctionnalités — mobile Android &amp; tableau de bord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des visites · Perfect Store · Suivi GPS des tournées · Pilotage temps réel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application, deux volets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199339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(Android)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commerciaux et merchandisers sur le terrain.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des visites de points de vente (PDV)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GPS de tournée en arrière-plan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Fonctionnement 100 % hors ligne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Itinéraire vers le prochain PDV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9339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51192" y="199339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web (admin)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88036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administrateurs et superviseurs.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Perfect Store &amp; visibilité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et prix produits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commerciaux en temps quasi réel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et statistiques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socle unique : Supabase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FDECE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9443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7 · Android (APK)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 + services natifs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53128" y="228600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45736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45736" y="29443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· Base PostgreSQL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photos · RLS par rôle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48472" y="228600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EAF0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4108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41080" y="29443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Nuxt 3 · Web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admin / superviseur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87368" y="228600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82712" y="2286000"/>
            <a:ext cx="365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645152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645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36192" y="4645152"/>
            <a:ext cx="9848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 hors ligne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36192" y="5047488"/>
            <a:ext cx="9848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visites et positions GPS créées sans réseau sont mises en file d’attente localement, puis envoyées automatiquement au retour de la connexion — sans perte ni doublon.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&amp; 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rôles, une connexion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45059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50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total : données, comptes, permissions, recalculs.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245059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2450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25112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et suivi des équipes ; voit toutes les tournées.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2450592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450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14032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Saisie terrain, tournée GPS, ses propres visites.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19456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432" y="245059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171432" y="2450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902952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9720" y="33832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Relevés en PDV ; rôle terrain par défaut.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par email + mot de passe · redirection automatique selon le rôle · session conservée 30 jours.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vit le commercial sur le terrain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QUOTIDIEN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et saisie des visites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35915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du jour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76148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 des visites vs objectif, liste des visites récentes, tirer pour rafraîchir.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21031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235915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1464" y="235915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guidé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41464" y="276148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(EVAP, IMP, SCM, UHT…), visibilité, concurrence, actions menées.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32511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36192" y="43251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36192" y="472744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Prise et compression des photos du PDV, jointes à la visite.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2" y="4069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432511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41464" y="43251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41464" y="472744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GPS et validation de proximité capturées à l’enregistrement.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MA TOURNÉE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GPS de tournée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05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 km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297680" y="2633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863840" y="2633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 visités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3685032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▶︎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6192" y="36850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Démarrage auto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4087368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suivi démarre seul à l’ouverture de l’app ; bouton « Fin » pour l’arrêter.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8536" y="3429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44568" y="368503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44568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76088" y="36850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PDV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76088" y="4087368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 suivant du routing, distance, et bouton Itinéraire (Google Maps).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28432" y="342900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4464" y="368503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23" name="Text 21"/>
          <p:cNvSpPr/>
          <p:nvPr/>
        </p:nvSpPr>
        <p:spPr>
          <a:xfrm>
            <a:off x="8284464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15984" y="368503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Mini-carte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15984" y="4087368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 du jour affiché en direct sur la carte.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Relevé ≈ toutes les 2 min, envoi par lots, réglable selon l’autonomie souhaitée.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ROBUSTESSE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ligne &amp; autorisations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67712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2677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sans réseau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PDV, zones et visites mis en cache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Visites créées hors ligne mises en file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 auto au retour du réseau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 En ligne / Offline + file d’attente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26771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51192" y="22677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Autorisations &amp; batterie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3108960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« Toujours autoriser »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« Tournée en cours »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Exemption d’optimisation batterie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 dédiée Tecno, Infinix, Xiaomi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pilotage côté administrateur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d’ensemble &amp; présence terrain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6771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2677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Perfect Store global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terrain &amp; disponibilité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des visites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267712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51192" y="22677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tournée maintenant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3108960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commerciaux actifs en direct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Fraîcheur du dernier point (« vu il y a X »)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direct au suivi détaillé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SUIVI COMMERCIAUX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de pilotage terrain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35915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+ statut live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76148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Commerciaux en tournée, statut et dernier point.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21031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2359152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1464" y="235915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du jour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41464" y="276148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parcourus, durée active, PDV visités par personne.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32511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36192" y="43251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36192" y="472744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Immobile, sans signal, ou pas de tournée du jour.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53912" y="4069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432511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41464" y="4325112"/>
            <a:ext cx="415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Rejeu temporel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41464" y="4727448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Curseur qui rejoue le déplacement de la journée.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RECHERCHE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à une heure + PDV alentours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761488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Sélectionner le commercial.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21031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35915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76088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76088" y="2761488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l’heure de la journée.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28432" y="21031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35915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15984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15984" y="2761488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le rayon (200 m à 2 km).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91672" cy="164592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37083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370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36192" y="4370832"/>
            <a:ext cx="9848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sur la carte (OpenStreetMap)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36192" y="4773168"/>
            <a:ext cx="9848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position du commercial à cet instant s’affiche (avec l’écart réel en minutes), entourée d’un cercle du rayon choisi, ainsi que tous les points de vente situés dans ce rayon — nom et distance au survol.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STATISTIQUES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disponibles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Store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761488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Niveaux &amp; calcul du score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21031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35915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76088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76088" y="2761488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Intérieure / extérieure, récaps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28432" y="210312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35915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15984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15984" y="2761488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&amp; visibilité concurrente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36192" y="42336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36192" y="4636008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Inventaire SKU, dispo &amp; prix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88536" y="3977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423367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76088" y="42336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76088" y="4636008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&amp; évolution des ajouts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28432" y="397764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4233672"/>
            <a:ext cx="566928" cy="566928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15984" y="42336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15984" y="4636008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&amp; perf. commerciaux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l’APK au téléphone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35915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l’APK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76148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signé depuis le poste (JDK 21, Android SDK 35).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9080" y="2103120"/>
            <a:ext cx="21945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88536" y="21031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35915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76088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App Distribution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6088" y="276148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Téléverser l’APK, inviter les testeurs par email.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08976" y="2103120"/>
            <a:ext cx="21945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28432" y="210312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2359152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2359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15984" y="23591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Tester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15984" y="2761488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commercial installe et met à jour l’app en un clic.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B0B0B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690872"/>
            <a:ext cx="566928" cy="5669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690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36192" y="4690872"/>
            <a:ext cx="9848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Réglage du suivi (paramétrable)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36192" y="5093208"/>
            <a:ext cx="9848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Intervalle GPS (2 min par défaut), distance minimale entre points, fréquence d’envoi et rayon de geofence — ajustables selon l’autonomie et la finesse voulues.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complète, du terrain au pilotage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319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55648" y="393192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39319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Store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393192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93192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GPS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74336" y="39319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39319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ligne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83096" y="3931920"/>
            <a:ext cx="1527048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3931920"/>
            <a:ext cx="152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3024" y="39319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39319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00032" y="39319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3931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05872" y="3931920"/>
            <a:ext cx="1426464" cy="4572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05872" y="39319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Android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Friesland Bonnet Rouge —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2026-07-03T18:29:15Z</dcterms:created>
  <dcterms:modified xsi:type="dcterms:W3CDTF">2026-07-03T18:29:15Z</dcterms:modified>
</cp:coreProperties>
</file>