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 et tour de table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l’app remplace AppSheet. La qualité du pilotage dépend de la qualité de la saisie.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changer les mots de passe en direct. Rappeler : si un merchandiseur ne voit aucun PDV, c’est une affectation à corriger par l’admin.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10 min : basculer Mois / 30 jours, filtrer un territoire, choisir un PDV CORE et noter ce qui manque pour VIP.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10 min : ouvrir la visite de l’exercice terrain et ses photos ; exporter 30 jours ; créer un utilisateur test puis le passer inactif.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 à l’application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et espace d’administration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 1 h 30 · Septembre 2026 · Big Five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heure trente, alternance démonstration et pratique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132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: Perfect Store, rôles, première connexion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que le terrain saisit : les 11 étapes vues du responsable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Piloter avec le dashboard + exercice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Visites, PDV, utilisateurs et périmètres + exercice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Standards, dépannage, questions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cette application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saisie terrain, un pilotage en temps réel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terrain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visite enregistre : stock par produit, concurrence, visibilité, promotion, actions et photos.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s’adapte au type de magasin. Tout fonctionne sans réseau.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bureau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2880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du parc, niveau Perfect Store de chaque magasin, critères manquants pour progresser.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Excel, gestion des comptes et des standards sans intervention technique.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Perfect Store en une image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piliers, un niveau calculé à chaque visite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≥ minimum du type de magasin. En MT : facings aussi.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Assortiment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288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références présentes ≥ minimum, héros obligatoires.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8288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requis installés : réglettes, Maison BR, niches, top shelf…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508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8288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Comptée seulement si une promotion est applicable dans le PDV.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 dispo · 100 % visibilité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32461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6032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85 % dispo · 100 % visibilité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75 % dispo · 100 % visibilité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32461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3291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60 % dispo · 100 % visibilité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atteint est le plus haut dont tous les critères passent.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Rôles et première connexion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/ merchandiseur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PDV, son routing, ses visites, création de PDV.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916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 web.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visites, PDV, standards.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916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 web.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Tout, y compris utilisateurs, permissions, imports.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566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connexion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8862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professionnel + mot de passe par défaut (donné oralement) → l’application impose de choisir un mot de passe personnel. Un compte terrain arrive sur « Visites », un responsable sur le dashboard.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terrain saisit : 11 étapes, 4 phases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type de PDV choisi à l’étape 1 fixe les standards appliqués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371600" cy="15544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1188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PDV, date, e-mail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41732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20240" y="1965960"/>
            <a:ext cx="301752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20116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Yaourt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Céréales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; facings en MT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4173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&amp; concurrence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965960"/>
            <a:ext cx="173736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20116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Concurrents + photos ; éléments installés ; promotion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4173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photos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1965960"/>
            <a:ext cx="1737360" cy="155448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01168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réalisées ; photos rayon + façade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: récapitulatif « Prêt à enregistrer ? » → contrôle GPS → envoi des photos → calcul du niveau → « Visite enregistrée ».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Piloter avec le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filtres pilotent toute la page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· Semaine · 30 jours (défaut) · Mois · Tout · Personnalisé.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1er du mois en « Mois » = écran presque vide, c’est normal.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North / South → Territoire → Area, et Distributeur.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Réinitialiser » revient à la vue réseau.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724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réseau : % de visites conformes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724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Big Five : couverture, score, dispo, assortiment, visibilité, promo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du taux de Perfect Stores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310128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Store par type de magasin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877056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858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 par niveau : Flagship / VIP / Core / Basic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877056"/>
            <a:ext cx="384048" cy="38404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3858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Passer au niveau supérieur » : critères manquants par PDV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6 est l’outil d’action : il dit quoi corriger dans chaque magasin.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Visites, PDV et utilisateurs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Liste par période et commercial : niveau, score, présence produit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Détail : relevé, piliers, galerie photos avec zoom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Excel de la période (max 5 000 lignes)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Suppression réservée aux erreurs manifestes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9164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Liste, recherche, photo, répartition par type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Import / Export CSV compatible Google Sheets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Désactiver ou supprimer les PDV de test et les doublons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9164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E-mail, nom, téléphone, rôle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Région, sous-région, territoires et quartiers assignés = PDV visibles sur le téléphone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Import CSV des comptes et affectations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Départ : passer inactif, ne pas supprimer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: où régler quoi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toute modification : Perfect Store › Standards › Recalculer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Quantités minimales 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Référentiels › Seuils dispo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Quantités et facings 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Référentiels › Seuils dispo 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Assortiment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Référentiels › Assortiment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Éléments de visibilité requis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Store › Standards › Visibilité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magasin ↔ standards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Store › Standards › Types de PDV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Seuils des niveaux 95 / 85 / 75 / 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Référentiels › Niveaux Perfect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Distributeurs par territoire /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Référentiels › Distrib ↔ Territoires / 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40233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343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la matrice de visibilité d’un segment change immédiatement la liste proposée dans le formulaire mobile des magasins de ce segment.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Dépannage : les cas fréquents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inchangés après édition d’un standard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 « non évaluable »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Rattacher son type dans Standards › Types de PDV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 MT chute en dispo malgré du stock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Facings non saisis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presque vide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trop courte : passer sur 30 jours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commercial ne voit pas ses PDV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Aligner territoires / quartiers assignés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absentes de l’admin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sans réseau : visites en attente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: 3 réflexes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Chaque semaine : dashboard 30 jours par territoire, puis « Passer au niveau supérieur 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Après tout changement de standard : Recalculer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 commercial sans PDV : vérifier son affectation d’abord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Bonnet Rouge · Formation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 : adresse communiquée par le formateur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: e-mail professionnel · mot de passe initial donné oralement, à changer à la première connexion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: Big Five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— Friesland Bonnet Rouge</dc:title>
  <dc:subject>PptxGenJS Presentation</dc:subject>
  <dc:creator>Big Five</dc:creator>
  <cp:lastModifiedBy>Big Five</cp:lastModifiedBy>
  <cp:revision>1</cp:revision>
  <dcterms:created xsi:type="dcterms:W3CDTF">2026-09-02T15:59:29Z</dcterms:created>
  <dcterms:modified xsi:type="dcterms:W3CDTF">2026-09-02T15:59:29Z</dcterms:modified>
</cp:coreProperties>
</file>