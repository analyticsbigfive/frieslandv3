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et tour de table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l’app remplace AppSheet. La qualité du pilotage dépend de la qualité de la saisie.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changer les mots de passe en direct. Rappeler : si un merchandiseur ne voit aucun PDV, c’est une affectation à corriger par l’admin.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5 min : se connecter, changer le mot de passe, ouvrir Routing, chercher un PDV et lancer l’itinéraire.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15 min : visite complète sur le PDV de démonstration, IMP laissé vide volontairement pour voir l’alerte du récapitulatif.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à l’application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terrain : réaliser ses visites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 1 h 30 · Septembre 2026 · Big Five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heure trente, alternance démonstration et pratique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132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: Perfect Store, accès, première connexion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Prise en main : accueil, routing, fiche PDV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Réaliser une visite : 11 étapes, photos, hors ligne + exercice complet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de tournée GPS et création de PDV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cinq réflexes, fiche mémo,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saisie terrain, un pilotage en temps réel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visite enregistre : stock par produit, concurrence, visibilité, promotion, actions et photos.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s’adapte au type de magasin. Tout fonctionne sans réseau.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bureau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du parc, niveau Perfect Store de chaque magasin, critères manquants pour progresser.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Excel, gestion des comptes et des standards sans intervention technique.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Perfect Store en une image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piliers, un niveau calculé à chaque visite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≥ minimum du type de magasin. En MT : facings aussi.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Assortiment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références présentes ≥ minimum, héros obligatoires.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requis installés : réglettes, Maison BR, niches, top shelf…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Comptée seulement si une promotion est applicable dans le PDV.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 dispo · 100 % visibilité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85 % dispo · 100 % visibilité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75 % dispo · 100 % visibilité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60 % dispo · 100 % visibilité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atteint est le plus haut dont tous les critères passent.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rôle et votre première connexion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merchandiseur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utilisez l’application mobile : vos PDV (zone et secteurs), votre routing du jour, vos visites, la création de PDV.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relevés sont visibles par les responsables dès la synchronisation. La liste PDV vide ? Ce n’est pas une panne : prévenir le responsable, qui corrige l’affectation.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108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connexion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290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professionnel + mot de passe par défaut (donné oralement) → l’application impose de choisir un mot de passe personnel. Vous arrivez sur l’accueil « Visites ».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en main : quatre écrans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du bas de l’application mobile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371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Accueil. Progression du jour, suivi de tournée, recherche, liste des visites, bouton de création.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02996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PDV planifiés du jour, dans l’ordre, avec leurs objectifs et l’état GPS.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883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68833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points de vente du périmètre, tri par distance, fiche, création.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34670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Calendrier, Contacts, Carte des PDV.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L’en-tête rouge affiche connexion, GPS, tournée en cours et synchronisations en attente.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routing et la fiche PDV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Barre de progression de la journée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 PDV : objectifs Stock, Encaissement, Photos, Merchandising, Prospection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GPS validé » quand on est sur place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principale : Remplir la visite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Passer ce PDV » : magasin fermé ou inaccessible, à confirmer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« Hors zone » : trop loin du PDV, se rapprocher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PDV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Recherche par nom ou quartier, tri par distance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Adresse, canal GT / MT, type, distributeur, photo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des visites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principale : Visiter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Itinéraire dans Google Maps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Réaliser une visite : 11 étapes, 4 phases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automatique, navigation libre entre étapes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371600" cy="1554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PDV, date, e-mail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41732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196596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011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Céréales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; facings en 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&amp; concurrence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96596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0116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+ photos ; éléments installés ; promotion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photos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96596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0116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réalisées ; photos rayon + façade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: récapitulatif « Prêt à enregistrer ? » → contrôle GPS → envoi des photos → calcul du niveau → « Visite enregistrée ».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fait ou défait le score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de saisie les plus fréquentes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PDV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nom et le badge GT / MT. Les suggestions GPS ne remplacent jamais le choix.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quantités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référence non saisie compte comme absente : le niveau chute.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60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Facings en Modern Trade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« F » est obligatoire pour le score. Orange = sous le standard.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560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seulement si applicable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cochée = exclue du score, sans pénalité. Cochée à tort = pénalité.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photos minimum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et façade. Envoyées automatiquement, visibles dans l’admin.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GPS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loin du PDV = « Hors zone ». Se rapprocher ou vérifier la position du PDV.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réseau, et le suivi de tournée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ligne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formulaire fonctionne sans réseau.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et photos sont mises en file d’attente et envoyées au retour du réseau.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 de synchronisations en attente est dans l’en-tête : le vérifier avant d’éteindre le téléphone.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désinstaller l’app ni vider ses données avec des visites en attente.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tournée GPS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l’accueil : démarrer en partant, arrêter en rentrant.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de localisation « toujours » demandée à la première fois : nécessaire écran éteint.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« Tournée en cours » permanente.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Tecno, Infinix, Xiaomi : accepter d’ignorer l’optimisation de batterie, sinon Android coupe le suivi.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un nouveau PDV (prospection)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PDV, bouton de création, sur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PDV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Sous-catégorie (type)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192024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192024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920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4688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3172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46888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pilote tout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1783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sous-catégorie détermine produits attendus, facings et éléments de visibilité. En cas de doute, demander plutôt que choisir « au plus proche ».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291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6118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distributeur proposé dépend du secteur et du territoire. Enregistrer, puis lancer directement une première visite : c’est elle qui donne le premier niveau au PDV.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créer « Boutique Formation » (GT, Boutique) et la retrouver sur la carte. Le responsable la supprimera après la session.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: 5 réflexes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Démarrer la tournée en partant, l’arrêter en rentrant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Bon PDV, badge GT / MT vérifié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Toutes les quantités, facings en MT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Photo rayon + photo façade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Compteur de synchronisation à zéro avant d’éteindre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Android : lien de téléchargement dans le guide (annexe A), à ouvrir dans Chrome sur le téléphone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: e-mail professionnel · mot de passe initial donné oralement, à changer à la première connexion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: Big Five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— Friesland Bonnet Rouge</dc:title>
  <dc:subject>PptxGenJS Presentation</dc:subject>
  <dc:creator>Big Five</dc:creator>
  <cp:lastModifiedBy>Big Five</cp:lastModifiedBy>
  <cp:revision>1</cp:revision>
  <dcterms:created xsi:type="dcterms:W3CDTF">2026-09-02T15:59:29Z</dcterms:created>
  <dcterms:modified xsi:type="dcterms:W3CDTF">2026-09-02T15:59:29Z</dcterms:modified>
</cp:coreProperties>
</file>